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Allelio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local genomics analysis powered by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DNA. Your computer. Your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Privacy Paradox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700M+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tests sold worldwide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20040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8463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uploading your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0" y="1371600"/>
            <a:ext cx="32004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9611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alternatives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 personal data — your genome — shouldn't require trusting a third party.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Allelio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tool that analyzes your raw DNA data entirely on your own computer. No uploads. No cloud. No tracking.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0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Local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your machine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194560"/>
            <a:ext cx="3291840" cy="2011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3017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explanations via local LLM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0" y="2194560"/>
            <a:ext cx="329184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3017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licensed, community-driven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37744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raw data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37744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23andMe, AncestryDNA, VCF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237744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variants against ClinVar + GWAS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0" y="1371600"/>
            <a:ext cx="237744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5097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generates insights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Discover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1920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Conditions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variants linked to disease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029200" cy="19202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associations from research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029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Pharmacogenomics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genes affect drug response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029200" cy="1920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color, caffeine sensitivity, and more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by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required after initial setup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telemetry. No analytics. No data collection.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genome data never leaves your computer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security. Designed for trust.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10312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2103120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94960" y="1645920"/>
            <a:ext cx="210312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2103120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1268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332720" y="1645920"/>
            <a:ext cx="210312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UI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12772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local pipeline: Parse genomic data, look up variant databases, leverage AI for insights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in 3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73152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16459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allelio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solidFill>
            <a:srgbClr val="97BC6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63040" y="31089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allelio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73152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463040" y="45720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allelio serve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localhost:8080, drop your file, get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46888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+ Web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46888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+ Polygenic risk scores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46888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+ Ancestry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72600" y="1371600"/>
            <a:ext cx="246888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7260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database + Plugins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DNA deserves privacy.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github.com/allelio/allelio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us on GitHub. Fork. Contribute. Share.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2026-02-16T10:37:13Z</dcterms:created>
  <dcterms:modified xsi:type="dcterms:W3CDTF">2026-02-16T10:37:13Z</dcterms:modified>
</cp:coreProperties>
</file>